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65760"/>
            <a:ext cx="27432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JoPACC Data Pipeline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Check-in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Reformatting, Validation &amp;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C4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FFE5CC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Challenge: Stuck on OCR-based Monthly Reports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55448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from Aug 2025 and earlier require OCR (no native text layer)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 was slower and produced more inconsistencies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restructuring to match standardized format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careful validation to ensure accuracy against source PDFs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What We Did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Data Reformatting &amp; Restructuring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extracted data by payment systems (JoMoPay, CliQ)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69164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Data Cleaning &amp; Validation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039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pass validation—verified every number against source PDFs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46888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Insight Discovery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816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analyzing patterns and identifying data gaps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24612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Demographics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593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gender gaps and data granularity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Reformatting &amp; Restructuring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extracted OCR data into system-based structure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separate workstreams: JoMoPay, CliQ, etc.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20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raw OCR fields to standardized schema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68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data lineage and traceability at each step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52928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264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data tables with System | Category | Metric | Value | Period | Source columns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 &amp; Validation (Pass 2)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every extracted number against source PDF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8249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corrected OCR errors and misalignments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formulas and calculated metrics (YoY changes, percentages)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957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consistency across system-level datasets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89504"/>
            <a:ext cx="859536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100% accuracy verification achieved—all extracted values now match source PDFs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Insights &amp; Data Gaps Discovered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volumes growing significantly YoY across systems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8249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transfers dominate activity (85%+ of CliQ transactions)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metrics have inconsistent or missing historical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957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granularity varies by system and time period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89504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300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demographic breakdowns missing from older reports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648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systems report at different granularity levels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9959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deeper sub-category analysis in some areas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Demographics Analysis: Gender &amp; Granularity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in CliQ 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users: ~63-65% of user base (consistent across months)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users: ~35-37% of user 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20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gender distribution suggests stable market composition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368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proportional across both genders (no shifting pattern)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807208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807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Granularity Observations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218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 breakdown available (18-30, 31-40, 41-50, etc.)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547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segmentation: Individual vs. Legal entities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8770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 detail: Money Transfers, Purchases, breakdowns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Cleaned &amp; Structured Data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JoMoPay Annual Report Example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18288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CliQ Quarterly Data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 Quarterly Report (Q3 2024 - Q2 2026)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17373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CliQ Monthly Data with Demographics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 Monthly Report - Users by Demographics (Sep 2024 - Jul 2025)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18288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Metrics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2011680" cy="1097280"/>
          </a:xfrm>
          <a:prstGeom prst="rect">
            <a:avLst/>
          </a:prstGeom>
          <a:solidFill>
            <a:srgbClr val="E8E8E8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645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source PDFs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3160" y="914400"/>
            <a:ext cx="2011680" cy="1097280"/>
          </a:xfrm>
          <a:prstGeom prst="rect">
            <a:avLst/>
          </a:prstGeom>
          <a:solidFill>
            <a:srgbClr val="E8E8E8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1460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14600" y="1645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metrics &amp; data points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914400"/>
            <a:ext cx="2011680" cy="1097280"/>
          </a:xfrm>
          <a:prstGeom prst="rect">
            <a:avLst/>
          </a:prstGeom>
          <a:solidFill>
            <a:srgbClr val="E8E8E8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634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1645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Structure → Logic → Source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914400"/>
            <a:ext cx="2011680" cy="1097280"/>
          </a:xfrm>
          <a:prstGeom prst="rect">
            <a:avLst/>
          </a:prstGeom>
          <a:solidFill>
            <a:srgbClr val="E8E8E8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1228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12280" y="1645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2024 - Sept 2026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remaining monthly report extractions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normalization across all three systems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20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analysis-ready master dataset consolidation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68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QA report with quality metrics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52928"/>
            <a:ext cx="45720" cy="3200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Handoff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2644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comprehensive analysis-ready dataset to data team for downstream BI analysis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7315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2026-10-01T06:34:05Z</dcterms:created>
  <dcterms:modified xsi:type="dcterms:W3CDTF">2026-10-01T06:34:05Z</dcterms:modified>
</cp:coreProperties>
</file>