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5a1c5ddd-081d-db27-f731-8078d805f55d}">
          <p14:sldIdLst>
            <p14:sldId id="256"/>
            <p14:sldId id="257"/>
            <p14:sldId id="258"/>
            <p14:sldId id="259"/>
          </p14:sldIdLst>
        </p14:section>
        <p14:section name="Entity" id="{258e4e20-f60b-1134-9da0-5ab26ae42b7e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Individual" id="{21135336-0b91-af62-318a-916d9cf8b543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deck. In Slide Show mode, names, breadcrumbs and metric buttons are links between slides. Groups under 1,000 users are hidden, as in the HTML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name to drill down. Hidden groups (under 1,000 users) are still counted in the totals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Dummy data: every number is invented for demonstration and does not come from JoPACC reports.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3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12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13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7.xml"/><Relationship Id="rId5" Type="http://schemas.openxmlformats.org/officeDocument/2006/relationships/slide" Target="slide14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5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5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5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5.xml"/><Relationship Id="rId3" Type="http://schemas.openxmlformats.org/officeDocument/2006/relationships/slide" Target="slide5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5.xml"/><Relationship Id="rId3" Type="http://schemas.openxmlformats.org/officeDocument/2006/relationships/slide" Target="slide5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5.xml"/><Relationship Id="rId3" Type="http://schemas.openxmlformats.org/officeDocument/2006/relationships/slide" Target="slide5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5.xml"/><Relationship Id="rId3" Type="http://schemas.openxmlformats.org/officeDocument/2006/relationships/slide" Target="slide5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13.xml"/><Relationship Id="rId4" Type="http://schemas.openxmlformats.org/officeDocument/2006/relationships/slide" Target="slide14.xml"/><Relationship Id="rId5" Type="http://schemas.openxmlformats.org/officeDocument/2006/relationships/slide" Target="slide15.xml"/><Relationship Id="rId6" Type="http://schemas.openxmlformats.org/officeDocument/2006/relationships/slide" Target="slide43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12.xml"/><Relationship Id="rId3" Type="http://schemas.openxmlformats.org/officeDocument/2006/relationships/slide" Target="slide13.xml"/><Relationship Id="rId4" Type="http://schemas.openxmlformats.org/officeDocument/2006/relationships/slide" Target="slide14.xml"/><Relationship Id="rId5" Type="http://schemas.openxmlformats.org/officeDocument/2006/relationships/slide" Target="slide16.xml"/><Relationship Id="rId6" Type="http://schemas.openxmlformats.org/officeDocument/2006/relationships/slide" Target="slide44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12.xml"/><Relationship Id="rId3" Type="http://schemas.openxmlformats.org/officeDocument/2006/relationships/slide" Target="slide13.xml"/><Relationship Id="rId4" Type="http://schemas.openxmlformats.org/officeDocument/2006/relationships/slide" Target="slide14.xml"/><Relationship Id="rId5" Type="http://schemas.openxmlformats.org/officeDocument/2006/relationships/slide" Target="slide17.xml"/><Relationship Id="rId6" Type="http://schemas.openxmlformats.org/officeDocument/2006/relationships/slide" Target="slide45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23.xml"/><Relationship Id="rId8" Type="http://schemas.openxmlformats.org/officeDocument/2006/relationships/slide" Target="slide28.xml"/><Relationship Id="rId9" Type="http://schemas.openxmlformats.org/officeDocument/2006/relationships/slide" Target="slide33.xml"/><Relationship Id="rId10" Type="http://schemas.openxmlformats.org/officeDocument/2006/relationships/slide" Target="slide38.xml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13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9.xml"/><Relationship Id="rId7" Type="http://schemas.openxmlformats.org/officeDocument/2006/relationships/slide" Target="slide24.xml"/><Relationship Id="rId8" Type="http://schemas.openxmlformats.org/officeDocument/2006/relationships/slide" Target="slide29.xml"/><Relationship Id="rId9" Type="http://schemas.openxmlformats.org/officeDocument/2006/relationships/slide" Target="slide34.xml"/><Relationship Id="rId10" Type="http://schemas.openxmlformats.org/officeDocument/2006/relationships/slide" Target="slide39.xml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20.xml"/><Relationship Id="rId7" Type="http://schemas.openxmlformats.org/officeDocument/2006/relationships/slide" Target="slide25.xml"/><Relationship Id="rId8" Type="http://schemas.openxmlformats.org/officeDocument/2006/relationships/slide" Target="slide30.xml"/><Relationship Id="rId9" Type="http://schemas.openxmlformats.org/officeDocument/2006/relationships/slide" Target="slide35.xml"/><Relationship Id="rId10" Type="http://schemas.openxmlformats.org/officeDocument/2006/relationships/slide" Target="slide40.xml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15.xml"/><Relationship Id="rId4" Type="http://schemas.openxmlformats.org/officeDocument/2006/relationships/slide" Target="slide18.xml"/><Relationship Id="rId5" Type="http://schemas.openxmlformats.org/officeDocument/2006/relationships/slide" Target="slide19.xml"/><Relationship Id="rId6" Type="http://schemas.openxmlformats.org/officeDocument/2006/relationships/slide" Target="slide20.xml"/><Relationship Id="rId7" Type="http://schemas.openxmlformats.org/officeDocument/2006/relationships/slide" Target="slide21.xml"/><Relationship Id="rId8" Type="http://schemas.openxmlformats.org/officeDocument/2006/relationships/slide" Target="slide22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13.xml"/><Relationship Id="rId3" Type="http://schemas.openxmlformats.org/officeDocument/2006/relationships/slide" Target="slide16.xml"/><Relationship Id="rId4" Type="http://schemas.openxmlformats.org/officeDocument/2006/relationships/slide" Target="slide18.xml"/><Relationship Id="rId5" Type="http://schemas.openxmlformats.org/officeDocument/2006/relationships/slide" Target="slide19.xml"/><Relationship Id="rId6" Type="http://schemas.openxmlformats.org/officeDocument/2006/relationships/slide" Target="slide20.xml"/><Relationship Id="rId7" Type="http://schemas.openxmlformats.org/officeDocument/2006/relationships/slide" Target="slide21.xml"/><Relationship Id="rId8" Type="http://schemas.openxmlformats.org/officeDocument/2006/relationships/slide" Target="slide22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14.xml"/><Relationship Id="rId3" Type="http://schemas.openxmlformats.org/officeDocument/2006/relationships/slide" Target="slide17.xml"/><Relationship Id="rId4" Type="http://schemas.openxmlformats.org/officeDocument/2006/relationships/slide" Target="slide18.xml"/><Relationship Id="rId5" Type="http://schemas.openxmlformats.org/officeDocument/2006/relationships/slide" Target="slide19.xml"/><Relationship Id="rId6" Type="http://schemas.openxmlformats.org/officeDocument/2006/relationships/slide" Target="slide20.xml"/><Relationship Id="rId7" Type="http://schemas.openxmlformats.org/officeDocument/2006/relationships/slide" Target="slide21.xml"/><Relationship Id="rId8" Type="http://schemas.openxmlformats.org/officeDocument/2006/relationships/slide" Target="slide22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15.xml"/><Relationship Id="rId4" Type="http://schemas.openxmlformats.org/officeDocument/2006/relationships/slide" Target="slide18.xml"/><Relationship Id="rId5" Type="http://schemas.openxmlformats.org/officeDocument/2006/relationships/slide" Target="slide18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15.xml"/><Relationship Id="rId4" Type="http://schemas.openxmlformats.org/officeDocument/2006/relationships/slide" Target="slide18.xml"/><Relationship Id="rId5" Type="http://schemas.openxmlformats.org/officeDocument/2006/relationships/slide" Target="slide18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15.xml"/><Relationship Id="rId4" Type="http://schemas.openxmlformats.org/officeDocument/2006/relationships/slide" Target="slide23.xml"/><Relationship Id="rId5" Type="http://schemas.openxmlformats.org/officeDocument/2006/relationships/slide" Target="slide24.xml"/><Relationship Id="rId6" Type="http://schemas.openxmlformats.org/officeDocument/2006/relationships/slide" Target="slide25.xml"/><Relationship Id="rId7" Type="http://schemas.openxmlformats.org/officeDocument/2006/relationships/slide" Target="slide26.xml"/><Relationship Id="rId8" Type="http://schemas.openxmlformats.org/officeDocument/2006/relationships/slide" Target="slide27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13.xml"/><Relationship Id="rId3" Type="http://schemas.openxmlformats.org/officeDocument/2006/relationships/slide" Target="slide16.xml"/><Relationship Id="rId4" Type="http://schemas.openxmlformats.org/officeDocument/2006/relationships/slide" Target="slide23.xml"/><Relationship Id="rId5" Type="http://schemas.openxmlformats.org/officeDocument/2006/relationships/slide" Target="slide24.xml"/><Relationship Id="rId6" Type="http://schemas.openxmlformats.org/officeDocument/2006/relationships/slide" Target="slide25.xml"/><Relationship Id="rId7" Type="http://schemas.openxmlformats.org/officeDocument/2006/relationships/slide" Target="slide26.xml"/><Relationship Id="rId8" Type="http://schemas.openxmlformats.org/officeDocument/2006/relationships/slide" Target="slide27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14.xml"/><Relationship Id="rId3" Type="http://schemas.openxmlformats.org/officeDocument/2006/relationships/slide" Target="slide17.xml"/><Relationship Id="rId4" Type="http://schemas.openxmlformats.org/officeDocument/2006/relationships/slide" Target="slide23.xml"/><Relationship Id="rId5" Type="http://schemas.openxmlformats.org/officeDocument/2006/relationships/slide" Target="slide24.xml"/><Relationship Id="rId6" Type="http://schemas.openxmlformats.org/officeDocument/2006/relationships/slide" Target="slide25.xml"/><Relationship Id="rId7" Type="http://schemas.openxmlformats.org/officeDocument/2006/relationships/slide" Target="slide26.xml"/><Relationship Id="rId8" Type="http://schemas.openxmlformats.org/officeDocument/2006/relationships/slide" Target="slide27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15.xml"/><Relationship Id="rId4" Type="http://schemas.openxmlformats.org/officeDocument/2006/relationships/slide" Target="slide23.xml"/><Relationship Id="rId5" Type="http://schemas.openxmlformats.org/officeDocument/2006/relationships/slide" Target="slide23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15.xml"/><Relationship Id="rId4" Type="http://schemas.openxmlformats.org/officeDocument/2006/relationships/slide" Target="slide23.xml"/><Relationship Id="rId5" Type="http://schemas.openxmlformats.org/officeDocument/2006/relationships/slide" Target="slide23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15.xml"/><Relationship Id="rId4" Type="http://schemas.openxmlformats.org/officeDocument/2006/relationships/slide" Target="slide28.xml"/><Relationship Id="rId5" Type="http://schemas.openxmlformats.org/officeDocument/2006/relationships/slide" Target="slide29.xml"/><Relationship Id="rId6" Type="http://schemas.openxmlformats.org/officeDocument/2006/relationships/slide" Target="slide30.xml"/><Relationship Id="rId7" Type="http://schemas.openxmlformats.org/officeDocument/2006/relationships/slide" Target="slide31.xml"/><Relationship Id="rId8" Type="http://schemas.openxmlformats.org/officeDocument/2006/relationships/slide" Target="slide32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13.xml"/><Relationship Id="rId3" Type="http://schemas.openxmlformats.org/officeDocument/2006/relationships/slide" Target="slide16.xml"/><Relationship Id="rId4" Type="http://schemas.openxmlformats.org/officeDocument/2006/relationships/slide" Target="slide28.xml"/><Relationship Id="rId5" Type="http://schemas.openxmlformats.org/officeDocument/2006/relationships/slide" Target="slide29.xml"/><Relationship Id="rId6" Type="http://schemas.openxmlformats.org/officeDocument/2006/relationships/slide" Target="slide30.xml"/><Relationship Id="rId7" Type="http://schemas.openxmlformats.org/officeDocument/2006/relationships/slide" Target="slide31.xml"/><Relationship Id="rId8" Type="http://schemas.openxmlformats.org/officeDocument/2006/relationships/slide" Target="slide32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14.xml"/><Relationship Id="rId3" Type="http://schemas.openxmlformats.org/officeDocument/2006/relationships/slide" Target="slide17.xml"/><Relationship Id="rId4" Type="http://schemas.openxmlformats.org/officeDocument/2006/relationships/slide" Target="slide28.xml"/><Relationship Id="rId5" Type="http://schemas.openxmlformats.org/officeDocument/2006/relationships/slide" Target="slide29.xml"/><Relationship Id="rId6" Type="http://schemas.openxmlformats.org/officeDocument/2006/relationships/slide" Target="slide30.xml"/><Relationship Id="rId7" Type="http://schemas.openxmlformats.org/officeDocument/2006/relationships/slide" Target="slide31.xml"/><Relationship Id="rId8" Type="http://schemas.openxmlformats.org/officeDocument/2006/relationships/slide" Target="slide32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15.xml"/><Relationship Id="rId4" Type="http://schemas.openxmlformats.org/officeDocument/2006/relationships/slide" Target="slide28.xml"/><Relationship Id="rId5" Type="http://schemas.openxmlformats.org/officeDocument/2006/relationships/slide" Target="slide28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15.xml"/><Relationship Id="rId4" Type="http://schemas.openxmlformats.org/officeDocument/2006/relationships/slide" Target="slide28.xml"/><Relationship Id="rId5" Type="http://schemas.openxmlformats.org/officeDocument/2006/relationships/slide" Target="slide28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15.xml"/><Relationship Id="rId4" Type="http://schemas.openxmlformats.org/officeDocument/2006/relationships/slide" Target="slide33.xml"/><Relationship Id="rId5" Type="http://schemas.openxmlformats.org/officeDocument/2006/relationships/slide" Target="slide34.xml"/><Relationship Id="rId6" Type="http://schemas.openxmlformats.org/officeDocument/2006/relationships/slide" Target="slide35.xml"/><Relationship Id="rId7" Type="http://schemas.openxmlformats.org/officeDocument/2006/relationships/slide" Target="slide36.xml"/><Relationship Id="rId8" Type="http://schemas.openxmlformats.org/officeDocument/2006/relationships/slide" Target="slide37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13.xml"/><Relationship Id="rId3" Type="http://schemas.openxmlformats.org/officeDocument/2006/relationships/slide" Target="slide16.xml"/><Relationship Id="rId4" Type="http://schemas.openxmlformats.org/officeDocument/2006/relationships/slide" Target="slide33.xml"/><Relationship Id="rId5" Type="http://schemas.openxmlformats.org/officeDocument/2006/relationships/slide" Target="slide34.xml"/><Relationship Id="rId6" Type="http://schemas.openxmlformats.org/officeDocument/2006/relationships/slide" Target="slide35.xml"/><Relationship Id="rId7" Type="http://schemas.openxmlformats.org/officeDocument/2006/relationships/slide" Target="slide36.xml"/><Relationship Id="rId8" Type="http://schemas.openxmlformats.org/officeDocument/2006/relationships/slide" Target="slide37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14.xml"/><Relationship Id="rId3" Type="http://schemas.openxmlformats.org/officeDocument/2006/relationships/slide" Target="slide17.xml"/><Relationship Id="rId4" Type="http://schemas.openxmlformats.org/officeDocument/2006/relationships/slide" Target="slide33.xml"/><Relationship Id="rId5" Type="http://schemas.openxmlformats.org/officeDocument/2006/relationships/slide" Target="slide34.xml"/><Relationship Id="rId6" Type="http://schemas.openxmlformats.org/officeDocument/2006/relationships/slide" Target="slide35.xml"/><Relationship Id="rId7" Type="http://schemas.openxmlformats.org/officeDocument/2006/relationships/slide" Target="slide36.xml"/><Relationship Id="rId8" Type="http://schemas.openxmlformats.org/officeDocument/2006/relationships/slide" Target="slide37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15.xml"/><Relationship Id="rId4" Type="http://schemas.openxmlformats.org/officeDocument/2006/relationships/slide" Target="slide33.xml"/><Relationship Id="rId5" Type="http://schemas.openxmlformats.org/officeDocument/2006/relationships/slide" Target="slide33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15.xml"/><Relationship Id="rId4" Type="http://schemas.openxmlformats.org/officeDocument/2006/relationships/slide" Target="slide33.xml"/><Relationship Id="rId5" Type="http://schemas.openxmlformats.org/officeDocument/2006/relationships/slide" Target="slide33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15.xml"/><Relationship Id="rId4" Type="http://schemas.openxmlformats.org/officeDocument/2006/relationships/slide" Target="slide38.xml"/><Relationship Id="rId5" Type="http://schemas.openxmlformats.org/officeDocument/2006/relationships/slide" Target="slide39.xml"/><Relationship Id="rId6" Type="http://schemas.openxmlformats.org/officeDocument/2006/relationships/slide" Target="slide40.xml"/><Relationship Id="rId7" Type="http://schemas.openxmlformats.org/officeDocument/2006/relationships/slide" Target="slide41.xml"/><Relationship Id="rId8" Type="http://schemas.openxmlformats.org/officeDocument/2006/relationships/slide" Target="slide42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13.xml"/><Relationship Id="rId3" Type="http://schemas.openxmlformats.org/officeDocument/2006/relationships/slide" Target="slide16.xml"/><Relationship Id="rId4" Type="http://schemas.openxmlformats.org/officeDocument/2006/relationships/slide" Target="slide38.xml"/><Relationship Id="rId5" Type="http://schemas.openxmlformats.org/officeDocument/2006/relationships/slide" Target="slide39.xml"/><Relationship Id="rId6" Type="http://schemas.openxmlformats.org/officeDocument/2006/relationships/slide" Target="slide40.xml"/><Relationship Id="rId7" Type="http://schemas.openxmlformats.org/officeDocument/2006/relationships/slide" Target="slide41.xml"/><Relationship Id="rId8" Type="http://schemas.openxmlformats.org/officeDocument/2006/relationships/slide" Target="slide42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14.xml"/><Relationship Id="rId3" Type="http://schemas.openxmlformats.org/officeDocument/2006/relationships/slide" Target="slide17.xml"/><Relationship Id="rId4" Type="http://schemas.openxmlformats.org/officeDocument/2006/relationships/slide" Target="slide38.xml"/><Relationship Id="rId5" Type="http://schemas.openxmlformats.org/officeDocument/2006/relationships/slide" Target="slide39.xml"/><Relationship Id="rId6" Type="http://schemas.openxmlformats.org/officeDocument/2006/relationships/slide" Target="slide40.xml"/><Relationship Id="rId7" Type="http://schemas.openxmlformats.org/officeDocument/2006/relationships/slide" Target="slide41.xml"/><Relationship Id="rId8" Type="http://schemas.openxmlformats.org/officeDocument/2006/relationships/slide" Target="slide42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15.xml"/><Relationship Id="rId4" Type="http://schemas.openxmlformats.org/officeDocument/2006/relationships/slide" Target="slide38.xml"/><Relationship Id="rId5" Type="http://schemas.openxmlformats.org/officeDocument/2006/relationships/slide" Target="slide38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15.xml"/><Relationship Id="rId4" Type="http://schemas.openxmlformats.org/officeDocument/2006/relationships/slide" Target="slide38.xml"/><Relationship Id="rId5" Type="http://schemas.openxmlformats.org/officeDocument/2006/relationships/slide" Target="slide38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43.xml"/><Relationship Id="rId4" Type="http://schemas.openxmlformats.org/officeDocument/2006/relationships/slide" Target="slide44.xml"/><Relationship Id="rId5" Type="http://schemas.openxmlformats.org/officeDocument/2006/relationships/slide" Target="slide45.xml"/><Relationship Id="rId6" Type="http://schemas.openxmlformats.org/officeDocument/2006/relationships/slide" Target="slide46.xml"/><Relationship Id="rId7" Type="http://schemas.openxmlformats.org/officeDocument/2006/relationships/slide" Target="slide51.xml"/><Relationship Id="rId8" Type="http://schemas.openxmlformats.org/officeDocument/2006/relationships/slide" Target="slide56.xml"/><Relationship Id="rId9" Type="http://schemas.openxmlformats.org/officeDocument/2006/relationships/slide" Target="slide61.xml"/><Relationship Id="rId10" Type="http://schemas.openxmlformats.org/officeDocument/2006/relationships/slide" Target="slide66.xml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13.xml"/><Relationship Id="rId3" Type="http://schemas.openxmlformats.org/officeDocument/2006/relationships/slide" Target="slide43.xml"/><Relationship Id="rId4" Type="http://schemas.openxmlformats.org/officeDocument/2006/relationships/slide" Target="slide44.xml"/><Relationship Id="rId5" Type="http://schemas.openxmlformats.org/officeDocument/2006/relationships/slide" Target="slide45.xml"/><Relationship Id="rId6" Type="http://schemas.openxmlformats.org/officeDocument/2006/relationships/slide" Target="slide47.xml"/><Relationship Id="rId7" Type="http://schemas.openxmlformats.org/officeDocument/2006/relationships/slide" Target="slide52.xml"/><Relationship Id="rId8" Type="http://schemas.openxmlformats.org/officeDocument/2006/relationships/slide" Target="slide57.xml"/><Relationship Id="rId9" Type="http://schemas.openxmlformats.org/officeDocument/2006/relationships/slide" Target="slide62.xml"/><Relationship Id="rId10" Type="http://schemas.openxmlformats.org/officeDocument/2006/relationships/slide" Target="slide67.xml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14.xml"/><Relationship Id="rId3" Type="http://schemas.openxmlformats.org/officeDocument/2006/relationships/slide" Target="slide43.xml"/><Relationship Id="rId4" Type="http://schemas.openxmlformats.org/officeDocument/2006/relationships/slide" Target="slide44.xml"/><Relationship Id="rId5" Type="http://schemas.openxmlformats.org/officeDocument/2006/relationships/slide" Target="slide45.xml"/><Relationship Id="rId6" Type="http://schemas.openxmlformats.org/officeDocument/2006/relationships/slide" Target="slide48.xml"/><Relationship Id="rId7" Type="http://schemas.openxmlformats.org/officeDocument/2006/relationships/slide" Target="slide53.xml"/><Relationship Id="rId8" Type="http://schemas.openxmlformats.org/officeDocument/2006/relationships/slide" Target="slide58.xml"/><Relationship Id="rId9" Type="http://schemas.openxmlformats.org/officeDocument/2006/relationships/slide" Target="slide63.xml"/><Relationship Id="rId10" Type="http://schemas.openxmlformats.org/officeDocument/2006/relationships/slide" Target="slide68.xml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43.xml"/><Relationship Id="rId4" Type="http://schemas.openxmlformats.org/officeDocument/2006/relationships/slide" Target="slide46.xml"/><Relationship Id="rId5" Type="http://schemas.openxmlformats.org/officeDocument/2006/relationships/slide" Target="slide47.xml"/><Relationship Id="rId6" Type="http://schemas.openxmlformats.org/officeDocument/2006/relationships/slide" Target="slide48.xml"/><Relationship Id="rId7" Type="http://schemas.openxmlformats.org/officeDocument/2006/relationships/slide" Target="slide49.xml"/><Relationship Id="rId8" Type="http://schemas.openxmlformats.org/officeDocument/2006/relationships/slide" Target="slide50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13.xml"/><Relationship Id="rId3" Type="http://schemas.openxmlformats.org/officeDocument/2006/relationships/slide" Target="slide44.xml"/><Relationship Id="rId4" Type="http://schemas.openxmlformats.org/officeDocument/2006/relationships/slide" Target="slide46.xml"/><Relationship Id="rId5" Type="http://schemas.openxmlformats.org/officeDocument/2006/relationships/slide" Target="slide47.xml"/><Relationship Id="rId6" Type="http://schemas.openxmlformats.org/officeDocument/2006/relationships/slide" Target="slide48.xml"/><Relationship Id="rId7" Type="http://schemas.openxmlformats.org/officeDocument/2006/relationships/slide" Target="slide49.xml"/><Relationship Id="rId8" Type="http://schemas.openxmlformats.org/officeDocument/2006/relationships/slide" Target="slide50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14.xml"/><Relationship Id="rId3" Type="http://schemas.openxmlformats.org/officeDocument/2006/relationships/slide" Target="slide45.xml"/><Relationship Id="rId4" Type="http://schemas.openxmlformats.org/officeDocument/2006/relationships/slide" Target="slide46.xml"/><Relationship Id="rId5" Type="http://schemas.openxmlformats.org/officeDocument/2006/relationships/slide" Target="slide47.xml"/><Relationship Id="rId6" Type="http://schemas.openxmlformats.org/officeDocument/2006/relationships/slide" Target="slide48.xml"/><Relationship Id="rId7" Type="http://schemas.openxmlformats.org/officeDocument/2006/relationships/slide" Target="slide49.xml"/><Relationship Id="rId8" Type="http://schemas.openxmlformats.org/officeDocument/2006/relationships/slide" Target="slide50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43.xml"/><Relationship Id="rId4" Type="http://schemas.openxmlformats.org/officeDocument/2006/relationships/slide" Target="slide46.xml"/><Relationship Id="rId5" Type="http://schemas.openxmlformats.org/officeDocument/2006/relationships/slide" Target="slide46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43.xml"/><Relationship Id="rId4" Type="http://schemas.openxmlformats.org/officeDocument/2006/relationships/slide" Target="slide46.xml"/><Relationship Id="rId5" Type="http://schemas.openxmlformats.org/officeDocument/2006/relationships/slide" Target="slide46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43.xml"/><Relationship Id="rId4" Type="http://schemas.openxmlformats.org/officeDocument/2006/relationships/slide" Target="slide51.xml"/><Relationship Id="rId5" Type="http://schemas.openxmlformats.org/officeDocument/2006/relationships/slide" Target="slide52.xml"/><Relationship Id="rId6" Type="http://schemas.openxmlformats.org/officeDocument/2006/relationships/slide" Target="slide53.xml"/><Relationship Id="rId7" Type="http://schemas.openxmlformats.org/officeDocument/2006/relationships/slide" Target="slide54.xml"/><Relationship Id="rId8" Type="http://schemas.openxmlformats.org/officeDocument/2006/relationships/slide" Target="slide55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13.xml"/><Relationship Id="rId3" Type="http://schemas.openxmlformats.org/officeDocument/2006/relationships/slide" Target="slide44.xml"/><Relationship Id="rId4" Type="http://schemas.openxmlformats.org/officeDocument/2006/relationships/slide" Target="slide51.xml"/><Relationship Id="rId5" Type="http://schemas.openxmlformats.org/officeDocument/2006/relationships/slide" Target="slide52.xml"/><Relationship Id="rId6" Type="http://schemas.openxmlformats.org/officeDocument/2006/relationships/slide" Target="slide53.xml"/><Relationship Id="rId7" Type="http://schemas.openxmlformats.org/officeDocument/2006/relationships/slide" Target="slide54.xml"/><Relationship Id="rId8" Type="http://schemas.openxmlformats.org/officeDocument/2006/relationships/slide" Target="slide55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14.xml"/><Relationship Id="rId3" Type="http://schemas.openxmlformats.org/officeDocument/2006/relationships/slide" Target="slide45.xml"/><Relationship Id="rId4" Type="http://schemas.openxmlformats.org/officeDocument/2006/relationships/slide" Target="slide51.xml"/><Relationship Id="rId5" Type="http://schemas.openxmlformats.org/officeDocument/2006/relationships/slide" Target="slide52.xml"/><Relationship Id="rId6" Type="http://schemas.openxmlformats.org/officeDocument/2006/relationships/slide" Target="slide53.xml"/><Relationship Id="rId7" Type="http://schemas.openxmlformats.org/officeDocument/2006/relationships/slide" Target="slide54.xml"/><Relationship Id="rId8" Type="http://schemas.openxmlformats.org/officeDocument/2006/relationships/slide" Target="slide55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43.xml"/><Relationship Id="rId4" Type="http://schemas.openxmlformats.org/officeDocument/2006/relationships/slide" Target="slide51.xml"/><Relationship Id="rId5" Type="http://schemas.openxmlformats.org/officeDocument/2006/relationships/slide" Target="slide51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43.xml"/><Relationship Id="rId4" Type="http://schemas.openxmlformats.org/officeDocument/2006/relationships/slide" Target="slide51.xml"/><Relationship Id="rId5" Type="http://schemas.openxmlformats.org/officeDocument/2006/relationships/slide" Target="slide51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43.xml"/><Relationship Id="rId4" Type="http://schemas.openxmlformats.org/officeDocument/2006/relationships/slide" Target="slide56.xml"/><Relationship Id="rId5" Type="http://schemas.openxmlformats.org/officeDocument/2006/relationships/slide" Target="slide57.xml"/><Relationship Id="rId6" Type="http://schemas.openxmlformats.org/officeDocument/2006/relationships/slide" Target="slide58.xml"/><Relationship Id="rId7" Type="http://schemas.openxmlformats.org/officeDocument/2006/relationships/slide" Target="slide59.xml"/><Relationship Id="rId8" Type="http://schemas.openxmlformats.org/officeDocument/2006/relationships/slide" Target="slide60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13.xml"/><Relationship Id="rId3" Type="http://schemas.openxmlformats.org/officeDocument/2006/relationships/slide" Target="slide44.xml"/><Relationship Id="rId4" Type="http://schemas.openxmlformats.org/officeDocument/2006/relationships/slide" Target="slide56.xml"/><Relationship Id="rId5" Type="http://schemas.openxmlformats.org/officeDocument/2006/relationships/slide" Target="slide57.xml"/><Relationship Id="rId6" Type="http://schemas.openxmlformats.org/officeDocument/2006/relationships/slide" Target="slide58.xml"/><Relationship Id="rId7" Type="http://schemas.openxmlformats.org/officeDocument/2006/relationships/slide" Target="slide59.xml"/><Relationship Id="rId8" Type="http://schemas.openxmlformats.org/officeDocument/2006/relationships/slide" Target="slide60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14.xml"/><Relationship Id="rId3" Type="http://schemas.openxmlformats.org/officeDocument/2006/relationships/slide" Target="slide45.xml"/><Relationship Id="rId4" Type="http://schemas.openxmlformats.org/officeDocument/2006/relationships/slide" Target="slide56.xml"/><Relationship Id="rId5" Type="http://schemas.openxmlformats.org/officeDocument/2006/relationships/slide" Target="slide57.xml"/><Relationship Id="rId6" Type="http://schemas.openxmlformats.org/officeDocument/2006/relationships/slide" Target="slide58.xml"/><Relationship Id="rId7" Type="http://schemas.openxmlformats.org/officeDocument/2006/relationships/slide" Target="slide59.xml"/><Relationship Id="rId8" Type="http://schemas.openxmlformats.org/officeDocument/2006/relationships/slide" Target="slide60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43.xml"/><Relationship Id="rId4" Type="http://schemas.openxmlformats.org/officeDocument/2006/relationships/slide" Target="slide56.xml"/><Relationship Id="rId5" Type="http://schemas.openxmlformats.org/officeDocument/2006/relationships/slide" Target="slide56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43.xml"/><Relationship Id="rId4" Type="http://schemas.openxmlformats.org/officeDocument/2006/relationships/slide" Target="slide56.xml"/><Relationship Id="rId5" Type="http://schemas.openxmlformats.org/officeDocument/2006/relationships/slide" Target="slide56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43.xml"/><Relationship Id="rId4" Type="http://schemas.openxmlformats.org/officeDocument/2006/relationships/slide" Target="slide61.xml"/><Relationship Id="rId5" Type="http://schemas.openxmlformats.org/officeDocument/2006/relationships/slide" Target="slide62.xml"/><Relationship Id="rId6" Type="http://schemas.openxmlformats.org/officeDocument/2006/relationships/slide" Target="slide63.xml"/><Relationship Id="rId7" Type="http://schemas.openxmlformats.org/officeDocument/2006/relationships/slide" Target="slide64.xml"/><Relationship Id="rId8" Type="http://schemas.openxmlformats.org/officeDocument/2006/relationships/slide" Target="slide65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13.xml"/><Relationship Id="rId3" Type="http://schemas.openxmlformats.org/officeDocument/2006/relationships/slide" Target="slide44.xml"/><Relationship Id="rId4" Type="http://schemas.openxmlformats.org/officeDocument/2006/relationships/slide" Target="slide61.xml"/><Relationship Id="rId5" Type="http://schemas.openxmlformats.org/officeDocument/2006/relationships/slide" Target="slide62.xml"/><Relationship Id="rId6" Type="http://schemas.openxmlformats.org/officeDocument/2006/relationships/slide" Target="slide63.xml"/><Relationship Id="rId7" Type="http://schemas.openxmlformats.org/officeDocument/2006/relationships/slide" Target="slide64.xml"/><Relationship Id="rId8" Type="http://schemas.openxmlformats.org/officeDocument/2006/relationships/slide" Target="slide65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14.xml"/><Relationship Id="rId3" Type="http://schemas.openxmlformats.org/officeDocument/2006/relationships/slide" Target="slide45.xml"/><Relationship Id="rId4" Type="http://schemas.openxmlformats.org/officeDocument/2006/relationships/slide" Target="slide61.xml"/><Relationship Id="rId5" Type="http://schemas.openxmlformats.org/officeDocument/2006/relationships/slide" Target="slide62.xml"/><Relationship Id="rId6" Type="http://schemas.openxmlformats.org/officeDocument/2006/relationships/slide" Target="slide63.xml"/><Relationship Id="rId7" Type="http://schemas.openxmlformats.org/officeDocument/2006/relationships/slide" Target="slide64.xml"/><Relationship Id="rId8" Type="http://schemas.openxmlformats.org/officeDocument/2006/relationships/slide" Target="slide65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43.xml"/><Relationship Id="rId4" Type="http://schemas.openxmlformats.org/officeDocument/2006/relationships/slide" Target="slide61.xml"/><Relationship Id="rId5" Type="http://schemas.openxmlformats.org/officeDocument/2006/relationships/slide" Target="slide61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43.xml"/><Relationship Id="rId4" Type="http://schemas.openxmlformats.org/officeDocument/2006/relationships/slide" Target="slide61.xml"/><Relationship Id="rId5" Type="http://schemas.openxmlformats.org/officeDocument/2006/relationships/slide" Target="slide61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43.xml"/><Relationship Id="rId4" Type="http://schemas.openxmlformats.org/officeDocument/2006/relationships/slide" Target="slide66.xml"/><Relationship Id="rId5" Type="http://schemas.openxmlformats.org/officeDocument/2006/relationships/slide" Target="slide67.xml"/><Relationship Id="rId6" Type="http://schemas.openxmlformats.org/officeDocument/2006/relationships/slide" Target="slide68.xml"/><Relationship Id="rId7" Type="http://schemas.openxmlformats.org/officeDocument/2006/relationships/slide" Target="slide69.xml"/><Relationship Id="rId8" Type="http://schemas.openxmlformats.org/officeDocument/2006/relationships/slide" Target="slide70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13.xml"/><Relationship Id="rId3" Type="http://schemas.openxmlformats.org/officeDocument/2006/relationships/slide" Target="slide44.xml"/><Relationship Id="rId4" Type="http://schemas.openxmlformats.org/officeDocument/2006/relationships/slide" Target="slide66.xml"/><Relationship Id="rId5" Type="http://schemas.openxmlformats.org/officeDocument/2006/relationships/slide" Target="slide67.xml"/><Relationship Id="rId6" Type="http://schemas.openxmlformats.org/officeDocument/2006/relationships/slide" Target="slide68.xml"/><Relationship Id="rId7" Type="http://schemas.openxmlformats.org/officeDocument/2006/relationships/slide" Target="slide69.xml"/><Relationship Id="rId8" Type="http://schemas.openxmlformats.org/officeDocument/2006/relationships/slide" Target="slide70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14.xml"/><Relationship Id="rId3" Type="http://schemas.openxmlformats.org/officeDocument/2006/relationships/slide" Target="slide45.xml"/><Relationship Id="rId4" Type="http://schemas.openxmlformats.org/officeDocument/2006/relationships/slide" Target="slide66.xml"/><Relationship Id="rId5" Type="http://schemas.openxmlformats.org/officeDocument/2006/relationships/slide" Target="slide67.xml"/><Relationship Id="rId6" Type="http://schemas.openxmlformats.org/officeDocument/2006/relationships/slide" Target="slide68.xml"/><Relationship Id="rId7" Type="http://schemas.openxmlformats.org/officeDocument/2006/relationships/slide" Target="slide69.xml"/><Relationship Id="rId8" Type="http://schemas.openxmlformats.org/officeDocument/2006/relationships/slide" Target="slide70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43.xml"/><Relationship Id="rId4" Type="http://schemas.openxmlformats.org/officeDocument/2006/relationships/slide" Target="slide66.xml"/><Relationship Id="rId5" Type="http://schemas.openxmlformats.org/officeDocument/2006/relationships/slide" Target="slide66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43.xml"/><Relationship Id="rId4" Type="http://schemas.openxmlformats.org/officeDocument/2006/relationships/slide" Target="slide66.xml"/><Relationship Id="rId5" Type="http://schemas.openxmlformats.org/officeDocument/2006/relationships/slide" Target="slide66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IPS hierarchy filters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Drill down from the system total to the most detailed breakdown: type, then group, then age, then gender.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219456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1F3347"/>
                </a:solidFill>
                <a:hlinkClick r:id="rId1" action="ppaction://hlinksldjump" tooltip="Open the IPS overview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 exploring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Run in Slide Show mode. Click a name to go deeper, a breadcrumb to go back up, and a metric button to change the bars.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Dummy data: every number is invented for demonstration and does not come from JoPACC reports.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IPS: all users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IPS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660,550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20.7M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2.83B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136.4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1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2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3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4" action="ppaction://hlinksldjump" tooltip="Drill down into Ent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Entity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29145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38,150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5" action="ppaction://hlinksldjump" tooltip="Drill down in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622,400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IPS: all users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IPS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660,550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20.7M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2.83B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136.4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1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2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3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4" action="ppaction://hlinksldjump" tooltip="Drill down into Ent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Entity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3616377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9.0M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5" action="ppaction://hlinksldjump" tooltip="Drill down in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11.8M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IPS: all users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IPS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660,550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20.7M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2.83B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136.4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1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2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3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4" action="ppaction://hlinksldjump" tooltip="Drill down into Ent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Entity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1.99B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5" action="ppaction://hlinksldjump" tooltip="Drill down in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1989491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834.1M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Entity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Entity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38,150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9.0M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1.99B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222.6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2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3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5" action="ppaction://hlinksldjump" tooltip="Drill down into Busin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Business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3025833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14,000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6" action="ppaction://hlinksldjump" tooltip="Drill down into Merch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Merchant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22,000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456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Govern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Government  ›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377440" y="3566160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4564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Hidden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858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Ag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 ›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377440" y="3968496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77440" y="3968496"/>
            <a:ext cx="389036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23760" y="3858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1,800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Entity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Entity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38,150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9.0M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1.99B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222.6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2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3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5" action="ppaction://hlinksldjump" tooltip="Drill down into Busin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Business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1210333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1.7M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6" action="ppaction://hlinksldjump" tooltip="Drill down into Merch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Merchant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6.6M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456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Govern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Government  ›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377440" y="3566160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4564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Hidden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858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Ag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 ›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377440" y="3968496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77440" y="3968496"/>
            <a:ext cx="259357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23760" y="3858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360,000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Entity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Entity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38,150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9.0M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1.99B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222.6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2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3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4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5" action="ppaction://hlinksldjump" tooltip="Drill down into Busin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Business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756.0M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6" action="ppaction://hlinksldjump" tooltip="Drill down into Merch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Merchant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2490651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396.0M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456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Govern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Government  ›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377440" y="3566160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4564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Hidden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858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Ag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 ›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377440" y="3968496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77440" y="3968496"/>
            <a:ext cx="339634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23760" y="3858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54.0M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Business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Ent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Entity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Business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14,000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1.7M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756.0M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450.0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Most detailed level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hlinkClick r:id="rId3" action="ppaction://hlinksldjump" tooltip="Go up one le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 to Entity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Share of Entity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Users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77440" y="31272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127248"/>
            <a:ext cx="174491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36.7%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77440" y="35844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3584448"/>
            <a:ext cx="892038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18.8%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Value (JOD)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377440" y="40416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4041648"/>
            <a:ext cx="1803205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37.9%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Merchant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Ent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Entity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Merchant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22,000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6.6M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396.0M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60.0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Most detailed level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hlinkClick r:id="rId3" action="ppaction://hlinksldjump" tooltip="Go up one le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 to Entity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Share of Entity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Users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77440" y="31272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127248"/>
            <a:ext cx="2742002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57.7%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77440" y="35844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3584448"/>
            <a:ext cx="3504434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73.7%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Value (JOD)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377440" y="40416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4041648"/>
            <a:ext cx="944536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19.9%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Government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Ent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Entity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Government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This group has fewer than 1,000 users</a:t>
            </a:r>
            <a:endParaRPr lang="en-US" sz="14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Hidden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Most detailed level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hlinkClick r:id="rId3" action="ppaction://hlinksldjump" tooltip="Go up one le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 to Entity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Agent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Ent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Entity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Agent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1,800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360,000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54.0M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150.0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Most detailed level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hlinkClick r:id="rId3" action="ppaction://hlinksldjump" tooltip="Go up one le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 to Entity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Share of Entity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Users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77440" y="31272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127248"/>
            <a:ext cx="224346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4.7%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77440" y="35844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3584448"/>
            <a:ext cx="191151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4.0%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Value (JOD)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377440" y="40416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4041648"/>
            <a:ext cx="146304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2.7%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Individual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Individual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622,400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11.8M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834.1M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70.8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2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3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5" action="ppaction://hlinksldjump" tooltip="Drill down in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560,000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6" action="ppaction://hlinksldjump" tooltip="Drill down in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529829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62,400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Individual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Individual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622,400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11.8M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834.1M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70.8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2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3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5" action="ppaction://hlinksldjump" tooltip="Drill down in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10.8M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6" action="ppaction://hlinksldjump" tooltip="Drill down in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448178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1.0M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Individual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Individual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622,400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11.8M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834.1M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70.8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2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3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4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5" action="ppaction://hlinksldjump" tooltip="Drill down in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756.2M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6" action="ppaction://hlinksldjump" tooltip="Drill down in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489553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77.9M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Jordanian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Jordanian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560,000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10.8M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756.2M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70.3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3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5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6" action="ppaction://hlinksldjump" tooltip="Drill down into 18-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18-24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237744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90,000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25-3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25-34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180,000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456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35-4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35-44  ›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377440" y="3566160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3566160"/>
            <a:ext cx="396240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23760" y="34564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150,000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858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9" action="ppaction://hlinksldjump" tooltip="Drill down into 45-5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45-54  ›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377440" y="3968496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77440" y="3968496"/>
            <a:ext cx="237744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23760" y="3858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90,000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10" action="ppaction://hlinksldjump" tooltip="Drill down into 55+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55+  ›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377440" y="4370832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77440" y="4370832"/>
            <a:ext cx="132080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23760" y="42611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50,000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Jordanian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Jordanian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560,000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10.8M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756.2M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70.3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3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4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5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6" action="ppaction://hlinksldjump" tooltip="Drill down into 18-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18-24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2809702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2.3M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25-3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25-34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4.0M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456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35-4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35-44  ›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377440" y="3566160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3566160"/>
            <a:ext cx="3241964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23760" y="34564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2.7M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858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9" action="ppaction://hlinksldjump" tooltip="Drill down into 45-5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45-54  ›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377440" y="3968496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77440" y="3968496"/>
            <a:ext cx="1512916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23760" y="3858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1.3M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10" action="ppaction://hlinksldjump" tooltip="Drill down into 55+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55+  ›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377440" y="4370832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77440" y="4370832"/>
            <a:ext cx="600364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23760" y="42611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500,000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Jordanian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Jordanian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560,000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10.8M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756.2M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70.3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3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5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6" action="ppaction://hlinksldjump" tooltip="Drill down into 18-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18-24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1722075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88.9M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25-3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25-34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245.5M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456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35-4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35-44  ›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377440" y="3566160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3566160"/>
            <a:ext cx="4444628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23760" y="34564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229.5M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858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9" action="ppaction://hlinksldjump" tooltip="Drill down into 45-5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45-54  ›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377440" y="3968496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77440" y="3968496"/>
            <a:ext cx="2562197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23760" y="3858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132.3M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10" action="ppaction://hlinksldjump" tooltip="Drill down into 55+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55+  ›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377440" y="4370832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77440" y="4370832"/>
            <a:ext cx="1161994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23760" y="42611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60.0M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18-24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18-24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90,000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2.3M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88.9M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38.0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46,800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438912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43,200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18-24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18-24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90,000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2.3M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88.9M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38.0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1.2M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438912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1.1M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18-24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18-24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90,000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2.3M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88.9M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38.0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46.2M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438912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42.7M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4" action="ppaction://hlinksldjump" tooltip="Go to 18-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18-24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Male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46,800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1.2M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46.2M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38.0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Most detailed level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hlinkClick r:id="rId5" action="ppaction://hlinksldjump" tooltip="Go up one le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 to 18-24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Share of 18-24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Users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77440" y="31272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127248"/>
            <a:ext cx="2472538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52.0%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77440" y="35844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3584448"/>
            <a:ext cx="2472538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52.0%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Value (JOD)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377440" y="40416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4041648"/>
            <a:ext cx="2472538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52.0%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Female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4" action="ppaction://hlinksldjump" tooltip="Go to 18-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18-24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Female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43,200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1.1M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42.7M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38.0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Most detailed level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hlinkClick r:id="rId5" action="ppaction://hlinksldjump" tooltip="Go up one le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 to 18-24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Share of 18-24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Users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77440" y="31272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127248"/>
            <a:ext cx="2282342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48.0%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77440" y="35844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3584448"/>
            <a:ext cx="2282342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48.0%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Value (JOD)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377440" y="40416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4041648"/>
            <a:ext cx="2282342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48.0%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25-34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25-34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180,000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4.0M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245.5M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62.0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99,000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3890356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81,000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25-34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25-34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180,000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4.0M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245.5M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62.0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2.2M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3890356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1.8M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25-34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25-34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180,000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4.0M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245.5M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62.0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135.0M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3890356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110.5M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4" action="ppaction://hlinksldjump" tooltip="Go to 25-3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25-34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Male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99,000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2.2M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135.0M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62.0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Most detailed level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hlinkClick r:id="rId5" action="ppaction://hlinksldjump" tooltip="Go up one le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 to 25-34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Share of 25-34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Users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77440" y="31272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127248"/>
            <a:ext cx="2615184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55.0%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77440" y="35844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3584448"/>
            <a:ext cx="2615184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55.0%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Value (JOD)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377440" y="40416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4041648"/>
            <a:ext cx="2615184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55.0%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Female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4" action="ppaction://hlinksldjump" tooltip="Go to 25-3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25-34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Female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81,000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1.8M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110.5M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62.0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Most detailed level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hlinkClick r:id="rId5" action="ppaction://hlinksldjump" tooltip="Go up one le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 to 25-34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Share of 25-34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Users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77440" y="31272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127248"/>
            <a:ext cx="2139696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45.0%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77440" y="35844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3584448"/>
            <a:ext cx="2139696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45.0%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Value (JOD)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377440" y="40416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4041648"/>
            <a:ext cx="2139696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45.0%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35-44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35-44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150,000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2.7M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229.5M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85.0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85,500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3587015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64,500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35-44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35-44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150,000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2.7M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229.5M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85.0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1.5M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3587015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1.2M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35-44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35-44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150,000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2.7M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229.5M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85.0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130.8M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3587015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98.7M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4" action="ppaction://hlinksldjump" tooltip="Go to 35-4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35-44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Male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85,500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1.5M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130.8M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85.0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Most detailed level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hlinkClick r:id="rId5" action="ppaction://hlinksldjump" tooltip="Go up one le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 to 35-44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Share of 35-44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Users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77440" y="31272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127248"/>
            <a:ext cx="2710282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57.0%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77440" y="35844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3584448"/>
            <a:ext cx="2710282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57.0%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Value (JOD)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377440" y="40416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4041648"/>
            <a:ext cx="2710282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57.0%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Female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4" action="ppaction://hlinksldjump" tooltip="Go to 35-4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35-44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Female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64,500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1.2M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98.7M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85.0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Most detailed level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hlinkClick r:id="rId5" action="ppaction://hlinksldjump" tooltip="Go up one le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 to 35-44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Share of 35-44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Users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77440" y="31272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127248"/>
            <a:ext cx="2044598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43.0%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77440" y="35844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3584448"/>
            <a:ext cx="2044598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43.0%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Value (JOD)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377440" y="40416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4041648"/>
            <a:ext cx="2044598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43.0%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45-54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45-54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90,000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1.3M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132.3M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105.0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54,000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316992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36,000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45-54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45-54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90,000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1.3M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132.3M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105.0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756,000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316992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504,000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45-54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45-54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90,000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1.3M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132.3M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105.0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79.4M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316992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52.9M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4" action="ppaction://hlinksldjump" tooltip="Go to 45-5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45-54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Male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54,000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756,000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79.4M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105.0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Most detailed level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hlinkClick r:id="rId5" action="ppaction://hlinksldjump" tooltip="Go up one le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 to 45-54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Share of 45-54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Users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77440" y="31272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127248"/>
            <a:ext cx="2852928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60.0%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77440" y="35844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3584448"/>
            <a:ext cx="2852928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60.0%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Value (JOD)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377440" y="40416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4041648"/>
            <a:ext cx="2852928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60.0%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Female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4" action="ppaction://hlinksldjump" tooltip="Go to 45-5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45-54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Female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36,000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504,000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52.9M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105.0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Most detailed level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hlinkClick r:id="rId5" action="ppaction://hlinksldjump" tooltip="Go up one le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 to 45-54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Share of 45-54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Users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77440" y="31272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127248"/>
            <a:ext cx="1901952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40.0%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77440" y="35844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3584448"/>
            <a:ext cx="1901952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40.0%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Value (JOD)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377440" y="40416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4041648"/>
            <a:ext cx="1901952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40.0%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55+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55+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50,000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500,000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60.0M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120.0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31,000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2914281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19,000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55+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55+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50,000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500,000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60.0M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120.0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310,000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2914281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190,000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55+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55+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50,000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500,000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60.0M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120.0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37.2M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2914281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22.8M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4" action="ppaction://hlinksldjump" tooltip="Go to 55+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55+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Male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31,000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310,000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37.2M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120.0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Most detailed level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hlinkClick r:id="rId5" action="ppaction://hlinksldjump" tooltip="Go up one le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 to 55+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Share of 55+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Users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77440" y="31272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127248"/>
            <a:ext cx="2948026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62.0%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77440" y="35844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3584448"/>
            <a:ext cx="2948026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62.0%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Value (JOD)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377440" y="40416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4041648"/>
            <a:ext cx="2948026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62.0%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Female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4" action="ppaction://hlinksldjump" tooltip="Go to 55+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55+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Female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19,000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190,000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22.8M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120.0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Most detailed level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hlinkClick r:id="rId5" action="ppaction://hlinksldjump" tooltip="Go up one le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 to 55+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Share of 55+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Users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77440" y="31272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127248"/>
            <a:ext cx="1806854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38.0%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77440" y="35844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3584448"/>
            <a:ext cx="1806854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38.0%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Value (JOD)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377440" y="40416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4041648"/>
            <a:ext cx="1806854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38.0%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Non-Jordanian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Non-Jordanian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62,400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1.0M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77.9M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76.8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3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5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6" action="ppaction://hlinksldjump" tooltip="Drill down into 18-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18-24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164592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9,000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25-3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25-34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26,000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456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35-4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35-44  ›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377440" y="3566160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3566160"/>
            <a:ext cx="329184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23760" y="34564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18,000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858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9" action="ppaction://hlinksldjump" tooltip="Drill down into 45-5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45-54  ›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377440" y="3968496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77440" y="3968496"/>
            <a:ext cx="128016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23760" y="3858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7,000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10" action="ppaction://hlinksldjump" tooltip="Drill down into 55+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55+  ›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377440" y="4370832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77440" y="4370832"/>
            <a:ext cx="438912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23760" y="42611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2,400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Non-Jordanian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Non-Jordanian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62,400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1.0M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77.9M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76.8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3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4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5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6" action="ppaction://hlinksldjump" tooltip="Drill down into 18-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18-24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182880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180,000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25-3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25-34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468,000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456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35-4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35-44  ›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377440" y="3566160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3566160"/>
            <a:ext cx="274320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23760" y="34564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270,000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858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9" action="ppaction://hlinksldjump" tooltip="Drill down into 45-5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45-54  ›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377440" y="3968496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77440" y="3968496"/>
            <a:ext cx="78232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23760" y="3858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77,000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10" action="ppaction://hlinksldjump" tooltip="Drill down into 55+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55+  ›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377440" y="4370832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77440" y="4370832"/>
            <a:ext cx="195072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23760" y="42611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19,200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Non-Jordanian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Non-Jordanian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62,400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1.0M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77.9M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76.8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3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5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6" action="ppaction://hlinksldjump" tooltip="Drill down into 18-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18-24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1175657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8.1M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25-3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25-34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32.8M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456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35-4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35-44  ›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377440" y="3566160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3566160"/>
            <a:ext cx="3722914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23760" y="34564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25.6M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858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9" action="ppaction://hlinksldjump" tooltip="Drill down into 45-5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45-54  ›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377440" y="3968496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77440" y="3968496"/>
            <a:ext cx="128524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23760" y="3858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8.9M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10" action="ppaction://hlinksldjump" tooltip="Drill down into 55+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55+  ›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377440" y="4370832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77440" y="4370832"/>
            <a:ext cx="362277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23760" y="42611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2.5M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18-24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18-24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9,000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180,000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8.1M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45.0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6,480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184912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2,520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18-24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18-24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9,000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180,000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8.1M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45.0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129,600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184912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50,400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18-24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18-24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9,000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180,000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8.1M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45.0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5.8M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184912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2.3M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4" action="ppaction://hlinksldjump" tooltip="Go to 18-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18-24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Male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6,480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129,600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5.8M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45.0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Most detailed level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hlinkClick r:id="rId5" action="ppaction://hlinksldjump" tooltip="Go up one le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 to 18-24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Share of 18-24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Users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77440" y="31272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127248"/>
            <a:ext cx="3423514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72.0%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77440" y="35844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3584448"/>
            <a:ext cx="3423514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72.0%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Value (JOD)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377440" y="40416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4041648"/>
            <a:ext cx="3423514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72.0%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Female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4" action="ppaction://hlinksldjump" tooltip="Go to 18-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18-24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Female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2,520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50,400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2.3M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45.0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Most detailed level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hlinkClick r:id="rId5" action="ppaction://hlinksldjump" tooltip="Go up one le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 to 18-24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Share of 18-24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Users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77440" y="31272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127248"/>
            <a:ext cx="1331366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28.0%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77440" y="35844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3584448"/>
            <a:ext cx="1331366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28.0%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Value (JOD)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377440" y="40416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4041648"/>
            <a:ext cx="1331366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28.0%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25-34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25-34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26,000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468,000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32.8M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70.0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19,240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1670634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6,760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25-34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25-34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26,000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468,000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32.8M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70.0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346,320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1670634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121,680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25-34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25-34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26,000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468,000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32.8M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70.0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24.2M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1670634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8.5M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4" action="ppaction://hlinksldjump" tooltip="Go to 25-3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25-34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Male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19,240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346,320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24.2M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70.0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Most detailed level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hlinkClick r:id="rId5" action="ppaction://hlinksldjump" tooltip="Go up one le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 to 25-34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Share of 25-34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Users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77440" y="31272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127248"/>
            <a:ext cx="3518611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74.0%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77440" y="35844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3584448"/>
            <a:ext cx="3518611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74.0%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Value (JOD)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377440" y="40416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4041648"/>
            <a:ext cx="3518611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74.0%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Female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4" action="ppaction://hlinksldjump" tooltip="Go to 25-3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25-34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Female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6,760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121,680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8.5M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70.0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Most detailed level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hlinkClick r:id="rId5" action="ppaction://hlinksldjump" tooltip="Go up one le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 to 25-34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Share of 25-34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Users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77440" y="31272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127248"/>
            <a:ext cx="1236269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26.0%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77440" y="35844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3584448"/>
            <a:ext cx="1236269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26.0%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Value (JOD)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377440" y="40416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4041648"/>
            <a:ext cx="1236269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26.0%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35-44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35-44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18,000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270,000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25.6M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95.0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12,600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2037806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5,400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35-44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35-44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18,000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270,000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25.6M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95.0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189,000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2037806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81,000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35-44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35-44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18,000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270,000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25.6M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95.0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18.0M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2037806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7.7M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4" action="ppaction://hlinksldjump" tooltip="Go to 35-4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35-44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Male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12,600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189,000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18.0M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95.0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Most detailed level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hlinkClick r:id="rId5" action="ppaction://hlinksldjump" tooltip="Go up one le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 to 35-44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Share of 35-44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Users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77440" y="31272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127248"/>
            <a:ext cx="3328416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70.0%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77440" y="35844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3584448"/>
            <a:ext cx="3328416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70.0%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Value (JOD)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377440" y="40416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4041648"/>
            <a:ext cx="3328416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70.0%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Female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4" action="ppaction://hlinksldjump" tooltip="Go to 35-4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35-44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Female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5,400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81,000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7.7M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95.0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Most detailed level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hlinkClick r:id="rId5" action="ppaction://hlinksldjump" tooltip="Go up one le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 to 35-44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Share of 35-44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Users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77440" y="31272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127248"/>
            <a:ext cx="1426464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30.0%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77440" y="35844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3584448"/>
            <a:ext cx="1426464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30.0%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Value (JOD)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377440" y="40416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4041648"/>
            <a:ext cx="1426464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30.0%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45-54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45-54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7,000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77,000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8.9M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115.0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4,760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2237591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2,240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45-54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45-54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7,000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77,000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8.9M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115.0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52,360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2237591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24,640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45-54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45-54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7,000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77,000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8.9M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115.0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6.0M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63824"/>
            <a:ext cx="2237591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2.8M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4" action="ppaction://hlinksldjump" tooltip="Go to 45-5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45-54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Male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4,760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52,360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6.0M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115.0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Most detailed level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hlinkClick r:id="rId5" action="ppaction://hlinksldjump" tooltip="Go up one le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 to 45-54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Share of 45-54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Users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77440" y="31272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127248"/>
            <a:ext cx="3233318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68.0%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77440" y="35844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3584448"/>
            <a:ext cx="3233318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68.0%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Value (JOD)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377440" y="40416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4041648"/>
            <a:ext cx="3233318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68.0%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Female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4" action="ppaction://hlinksldjump" tooltip="Go to 45-5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45-54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Female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2,240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24,640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2.8M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115.0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Most detailed level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hlinkClick r:id="rId5" action="ppaction://hlinksldjump" tooltip="Go up one le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 to 45-54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Share of 45-54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Users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77440" y="31272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127248"/>
            <a:ext cx="1521562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32.0%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77440" y="35844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3584448"/>
            <a:ext cx="1521562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32.0%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Value (JOD)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377440" y="40416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4041648"/>
            <a:ext cx="1521562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32.0%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55+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55+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2,400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19,200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2.5M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130.0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1,584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Hidden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55+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55+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2,400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19,200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2.5M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130.0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12,672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Hidden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55+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55+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2,400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19,200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2.5M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130.0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Breakdown by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4" action="ppaction://hlinksldjump" tooltip="Show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1F3347"/>
                </a:solidFill>
                <a:hlinkClick r:id="rId5" action="ppaction://hlinksldjump" tooltip="Show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37160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347"/>
                </a:solidFill>
                <a:hlinkClick r:id="rId6" action="ppaction://hlinksldjump" tooltip="Show Value (JOD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 (JOD)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7" action="ppaction://hlinksldjump" tooltip="Drill down into 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Male  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76148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1.6M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8" action="ppaction://hlinksldjump" tooltip="Drill down into Fem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Female  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Hidden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4" action="ppaction://hlinksldjump" tooltip="Go to 55+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55+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Male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Users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1,584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12,672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Value (JOD)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1.6M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28016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Avg. value per transaction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JOD 130.0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Most detailed level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hlinkClick r:id="rId5" action="ppaction://hlinksldjump" tooltip="Go up one le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 to 55+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Share of 55+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Users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77440" y="31272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127248"/>
            <a:ext cx="3138221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66.0%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77440" y="35844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3584448"/>
            <a:ext cx="3138221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66.0%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Value (JOD)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377440" y="4041648"/>
            <a:ext cx="4754880" cy="1463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4041648"/>
            <a:ext cx="3138221" cy="14630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66.0%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Female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1" action="ppaction://hlinksldjump" tooltip="Go to 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2" action="ppaction://hlinksldjump" tooltip="Go to Individu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Individual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3" action="ppaction://hlinksldjump" tooltip="Go to Non-Jordan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Non-Jordanian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u="sng" dirty="0">
                <a:solidFill>
                  <a:srgbClr val="000000"/>
                </a:solidFill>
                <a:hlinkClick r:id="rId4" action="ppaction://hlinksldjump" tooltip="Go to 55+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55+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Female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This group has fewer than 1,000 users</a:t>
            </a:r>
            <a:endParaRPr lang="en-US" sz="14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Hidden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Most detailed level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hlinkClick r:id="rId5" action="ppaction://hlinksldjump" tooltip="Go up one le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 to 55+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PS Navy Amber">
  <a:themeElements>
    <a:clrScheme name="IPS Navy Amber">
      <a:dk1>
        <a:srgbClr val="1F3347"/>
      </a:dk1>
      <a:lt1>
        <a:srgbClr val="FFFFFF"/>
      </a:lt1>
      <a:dk2>
        <a:srgbClr val="1F3347"/>
      </a:dk2>
      <a:lt2>
        <a:srgbClr val="F6F7F8"/>
      </a:lt2>
      <a:accent1>
        <a:srgbClr val="FFB400"/>
      </a:accent1>
      <a:accent2>
        <a:srgbClr val="1F3347"/>
      </a:accent2>
      <a:accent3>
        <a:srgbClr val="5B6B7A"/>
      </a:accent3>
      <a:accent4>
        <a:srgbClr val="E7EAEE"/>
      </a:accent4>
      <a:accent5>
        <a:srgbClr val="D9DDE1"/>
      </a:accent5>
      <a:accent6>
        <a:srgbClr val="9AABBA"/>
      </a:accent6>
      <a:hlink>
        <a:srgbClr val="1F3347"/>
      </a:hlink>
      <a:folHlink>
        <a:srgbClr val="5B6B7A"/>
      </a:folHlink>
    </a:clrScheme>
    <a:fontScheme name="IPS Navy Amb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IPS hierarchy filters (dummy data)</dc:title>
  <dc:subject>PptxGenJS Presentation</dc:subject>
  <dc:creator>PptxGenJS</dc:creator>
  <cp:lastModifiedBy>PptxGenJS</cp:lastModifiedBy>
  <cp:revision>1</cp:revision>
  <dcterms:created xsi:type="dcterms:W3CDTF">2026-10-15T06:25:07Z</dcterms:created>
  <dcterms:modified xsi:type="dcterms:W3CDTF">2026-10-15T06:25:07Z</dcterms:modified>
</cp:coreProperties>
</file>