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JOPACC · DA&amp;BI INTERNSHIP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Exploring JoPACC Public Data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exercise — prerequisite to the Executive Monthly Report (EMR) project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8229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Emam  ·  Karmah  ·  Naser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064240" y="6126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Task, in General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9436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fluency in JoPACC's own public payment-system data before EMR requirements begin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as a support layer to the data team — not just extracting numbers, but analyzing the analysis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return evidence-based proposals — new ideas, alterations, fixes to how reporting works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 scope: CliQ, JoMoPay, eFAWATEERcom, ACH, ECCU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 at once: build a clean 24-month dataset and use that process to judge JoPACC's own reporting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0" y="150876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E9EAEC"/>
          </a:solidFill>
          <a:ln/>
        </p:spPr>
      </p:sp>
      <p:sp>
        <p:nvSpPr>
          <p:cNvPr id="6" name="Shape 4"/>
          <p:cNvSpPr/>
          <p:nvPr/>
        </p:nvSpPr>
        <p:spPr>
          <a:xfrm>
            <a:off x="7022592" y="1933956"/>
            <a:ext cx="201168" cy="20116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7360920" y="16002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60920" y="1892808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reports only — no internal or PDPL-sensitive 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0" y="274320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E9EAEC"/>
          </a:solidFill>
          <a:ln/>
        </p:spPr>
      </p:sp>
      <p:sp>
        <p:nvSpPr>
          <p:cNvPr id="10" name="Shape 8"/>
          <p:cNvSpPr/>
          <p:nvPr/>
        </p:nvSpPr>
        <p:spPr>
          <a:xfrm>
            <a:off x="7022592" y="3168396"/>
            <a:ext cx="201168" cy="20116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7360920" y="28346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60920" y="3127248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by report month &amp; source, reconciled to the source PDF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0" y="397764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E9EAEC"/>
          </a:solidFill>
          <a:ln/>
        </p:spPr>
      </p:sp>
      <p:sp>
        <p:nvSpPr>
          <p:cNvPr id="14" name="Shape 12"/>
          <p:cNvSpPr/>
          <p:nvPr/>
        </p:nvSpPr>
        <p:spPr>
          <a:xfrm>
            <a:off x="7022592" y="4402836"/>
            <a:ext cx="201168" cy="20116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7360920" y="40690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Audiences we serve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60920" y="4361688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Compliance, and BusOps each read the same numbers differently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0" y="521208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E9EAEC"/>
          </a:solidFill>
          <a:ln/>
        </p:spPr>
      </p:sp>
      <p:sp>
        <p:nvSpPr>
          <p:cNvPr id="18" name="Shape 16"/>
          <p:cNvSpPr/>
          <p:nvPr/>
        </p:nvSpPr>
        <p:spPr>
          <a:xfrm>
            <a:off x="7022592" y="5637276"/>
            <a:ext cx="201168" cy="20116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7360920" y="53035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60920" y="5596128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JoPACC publishes &amp; summarize two years of trends by system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Overview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06424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E9EAE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45920"/>
            <a:ext cx="438912" cy="43891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1508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24 months of reports → Report library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E9EAEC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468880"/>
            <a:ext cx="438912" cy="43891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4688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33172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233172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metrics by system &amp; granularity → Data dictionary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E9EAEC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291840"/>
            <a:ext cx="438912" cy="43891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291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15468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315468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 into one tidy table → Clean dataset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E9EAEC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114800"/>
            <a:ext cx="438912" cy="438912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14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397764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0" y="397764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trends, MoM/YoY, system mix → Trend charts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800600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E9EAEC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4937760"/>
            <a:ext cx="438912" cy="438912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937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480060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EMR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57600" y="480060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Risk / Compliance / BusOps → Audience map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623560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E9EAEC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" y="5760720"/>
            <a:ext cx="438912" cy="438912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760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417320" y="562356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657600" y="56235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Insights, quality notes, open questions → Readout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timing: ~2 weeks · we are wrapping up Step 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06424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Progress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647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Yearly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extracted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7647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Quarterly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0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extracted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1B2430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17647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66760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months left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10881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report type: Emam (yearly) · Karmah (quarterly) · Naser (monthly)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via Claude AI + Python, following a shared standard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Reconciled through regular review meetings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datasets so far — validation &amp; deduplication next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split originally by workload — familiarity with each report type grew through the work itself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06424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3, CONTINUED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Problems We Faced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9EAE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37360"/>
            <a:ext cx="237744" cy="23774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6916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 the data was already clean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defining a real extraction standard — reports looked clean on the surface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9EAEC"/>
          </a:solidFill>
          <a:ln/>
        </p:spPr>
      </p:sp>
      <p:sp>
        <p:nvSpPr>
          <p:cNvPr id="9" name="Shape 7"/>
          <p:cNvSpPr/>
          <p:nvPr/>
        </p:nvSpPr>
        <p:spPr>
          <a:xfrm>
            <a:off x="6373368" y="1737360"/>
            <a:ext cx="237744" cy="23774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16916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Deceptively clean output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46520" y="214884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Looked like a proper table — but was noisy, inconsistent, and unreliable underneath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9EAEC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383280"/>
            <a:ext cx="237744" cy="23774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3375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report types at once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379476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Monthly, quarterly, yearly extracted together — ignored their structural differences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320040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9EAEC"/>
          </a:solidFill>
          <a:ln/>
        </p:spPr>
      </p:sp>
      <p:sp>
        <p:nvSpPr>
          <p:cNvPr id="17" name="Shape 15"/>
          <p:cNvSpPr/>
          <p:nvPr/>
        </p:nvSpPr>
        <p:spPr>
          <a:xfrm>
            <a:off x="6373368" y="3383280"/>
            <a:ext cx="237744" cy="23774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33375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went back to the source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46520" y="379476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Re-studied structure → built Extraction Standard v3.1 with a controlled vocabulary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1B2430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065776"/>
            <a:ext cx="237744" cy="23774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4846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trigger:  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17520" y="4846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only became visible once we tried to actually use the data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→ Standard v3.1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06424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Go From Here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2331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 cleaning — validate &amp; deduplicate all three datasets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3108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remaining 8 months of monthly extraction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identifying gaps — feeding directly into Step 5 (Map to EMR)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4663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findings into concrete proposals for the data team — the original goal of this task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5852160"/>
            <a:ext cx="8229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064240" y="6309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2026-09-23T11:01:52Z</dcterms:created>
  <dcterms:modified xsi:type="dcterms:W3CDTF">2026-09-23T11:01:52Z</dcterms:modified>
</cp:coreProperties>
</file>